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mp4" ContentType="video/mp4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6" r:id="rId3"/>
    <p:sldId id="257" r:id="rId4"/>
    <p:sldId id="259" r:id="rId5"/>
    <p:sldId id="261" r:id="rId6"/>
    <p:sldId id="262" r:id="rId7"/>
    <p:sldId id="264" r:id="rId8"/>
    <p:sldId id="265" r:id="rId9"/>
    <p:sldId id="266" r:id="rId10"/>
    <p:sldId id="268" r:id="rId11"/>
    <p:sldId id="267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94137-87CB-4E21-8F9A-55A1CA4F20FA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6A60A-DD61-44B3-8BB3-91727AA64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389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94137-87CB-4E21-8F9A-55A1CA4F20FA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6A60A-DD61-44B3-8BB3-91727AA64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366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94137-87CB-4E21-8F9A-55A1CA4F20FA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6A60A-DD61-44B3-8BB3-91727AA64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7956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94137-87CB-4E21-8F9A-55A1CA4F20FA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6A60A-DD61-44B3-8BB3-91727AA64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719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94137-87CB-4E21-8F9A-55A1CA4F20FA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6A60A-DD61-44B3-8BB3-91727AA64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7872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94137-87CB-4E21-8F9A-55A1CA4F20FA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6A60A-DD61-44B3-8BB3-91727AA64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194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94137-87CB-4E21-8F9A-55A1CA4F20FA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6A60A-DD61-44B3-8BB3-91727AA64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487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94137-87CB-4E21-8F9A-55A1CA4F20FA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6A60A-DD61-44B3-8BB3-91727AA64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994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94137-87CB-4E21-8F9A-55A1CA4F20FA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6A60A-DD61-44B3-8BB3-91727AA64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43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94137-87CB-4E21-8F9A-55A1CA4F20FA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6A60A-DD61-44B3-8BB3-91727AA64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900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94137-87CB-4E21-8F9A-55A1CA4F20FA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6A60A-DD61-44B3-8BB3-91727AA64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028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694137-87CB-4E21-8F9A-55A1CA4F20FA}" type="datetimeFigureOut">
              <a:rPr lang="ru-RU" smtClean="0"/>
              <a:t>25.01.2026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6A60A-DD61-44B3-8BB3-91727AA64E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86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rafect 2026-01-11 00-08-44 (online-video-cutter.com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25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/>
          </p:cNvSpPr>
          <p:nvPr/>
        </p:nvSpPr>
        <p:spPr>
          <a:xfrm>
            <a:off x="3971060" y="2915002"/>
            <a:ext cx="4249881" cy="1107996"/>
          </a:xfrm>
          <a:prstGeom prst="rect">
            <a:avLst/>
          </a:prstGeom>
        </p:spPr>
        <p:txBody>
          <a:bodyPr wrap="none" anchor="ctr" anchorCtr="1">
            <a:spAutoFit/>
          </a:bodyPr>
          <a:lstStyle/>
          <a:p>
            <a:r>
              <a:rPr lang="en-US" sz="66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Parafect</a:t>
            </a:r>
            <a:endParaRPr lang="ru-RU" sz="6600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6211669"/>
            <a:ext cx="4491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Проект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Яндекс Лицей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2025-2026</a:t>
            </a:r>
            <a:endParaRPr lang="en-US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Кваша Данил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Романов Савелий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44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3651" y="949916"/>
            <a:ext cx="3691270" cy="720469"/>
          </a:xfrm>
        </p:spPr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 проекте</a:t>
            </a:r>
            <a:endParaRPr lang="ru-RU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3651" y="1901041"/>
            <a:ext cx="10515600" cy="79962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Parafect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игра по мотивам </a:t>
            </a:r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Phasmophobia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Игроку предстоит столкнуться с </a:t>
            </a:r>
            <a:r>
              <a:rPr lang="ru-RU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паранормальными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явлениями и разобраться с чем он имеет дело</a:t>
            </a:r>
            <a:endParaRPr lang="ru-RU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93650" y="3298187"/>
            <a:ext cx="62790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Задачи проекта</a:t>
            </a:r>
            <a:endParaRPr lang="ru-RU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93651" y="4172704"/>
            <a:ext cx="3217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Схожесть с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Phasmohobia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93651" y="4542036"/>
            <a:ext cx="25711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Сложность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93650" y="4911368"/>
            <a:ext cx="25711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Атмосферность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597006" y="4172704"/>
            <a:ext cx="29202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Модульность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597006" y="4542036"/>
            <a:ext cx="37689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Удобная архитектура файлов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93651" y="5280470"/>
            <a:ext cx="25711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Дизайн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39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126126" cy="1240391"/>
          </a:xfrm>
        </p:spPr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Система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аккаунтов</a:t>
            </a:r>
            <a:endParaRPr lang="ru-RU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42507" y="1950041"/>
            <a:ext cx="61367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БД для хранения данных аккаунтов</a:t>
            </a:r>
            <a:endParaRPr lang="ru-RU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42506" y="2354899"/>
            <a:ext cx="61367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sz="20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файлы для сохранений</a:t>
            </a:r>
            <a:endParaRPr lang="ru-RU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2507" y="2755009"/>
            <a:ext cx="61367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Классы менеджеров для работы с БД, </a:t>
            </a:r>
            <a:r>
              <a:rPr lang="en-US" sz="20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endParaRPr lang="ru-RU" sz="2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Овал 7"/>
          <p:cNvSpPr/>
          <p:nvPr/>
        </p:nvSpPr>
        <p:spPr>
          <a:xfrm>
            <a:off x="489098" y="2075100"/>
            <a:ext cx="157715" cy="15948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/>
          <p:nvPr/>
        </p:nvSpPr>
        <p:spPr>
          <a:xfrm>
            <a:off x="489097" y="2475210"/>
            <a:ext cx="157715" cy="15948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89097" y="2880068"/>
            <a:ext cx="157715" cy="15948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506" y="5228335"/>
            <a:ext cx="4550735" cy="102884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041" y="535201"/>
            <a:ext cx="2082200" cy="4039505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423" y="3155119"/>
            <a:ext cx="6283842" cy="3534661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8614144" y="535201"/>
            <a:ext cx="9657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профиль</a:t>
            </a:r>
            <a:endParaRPr lang="ru-RU" sz="1100" dirty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7219506" y="4922449"/>
            <a:ext cx="9657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БД</a:t>
            </a:r>
          </a:p>
        </p:txBody>
      </p:sp>
    </p:spTree>
    <p:extLst>
      <p:ext uri="{BB962C8B-B14F-4D97-AF65-F5344CB8AC3E}">
        <p14:creationId xmlns:p14="http://schemas.microsoft.com/office/powerpoint/2010/main" val="270353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2721" y="170233"/>
            <a:ext cx="3010786" cy="1325563"/>
          </a:xfrm>
        </p:spPr>
        <p:txBody>
          <a:bodyPr/>
          <a:lstStyle/>
          <a:p>
            <a:r>
              <a:rPr lang="ru-RU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Геймплей</a:t>
            </a:r>
            <a:endParaRPr lang="ru-RU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4501482" y="1601224"/>
            <a:ext cx="34932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Выбрать карту, сложность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536474" y="2074646"/>
            <a:ext cx="54232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Взять набор предметов для исследования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846127" y="2546280"/>
            <a:ext cx="2803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Начать исследование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397559" y="3017914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Найти улики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363622" y="3489548"/>
            <a:ext cx="37689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Пережить охоту (не всегда)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949534" y="3961182"/>
            <a:ext cx="2803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Определить призрака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5845612" y="4432816"/>
            <a:ext cx="1011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Уехать</a:t>
            </a:r>
          </a:p>
        </p:txBody>
      </p:sp>
    </p:spTree>
    <p:extLst>
      <p:ext uri="{BB962C8B-B14F-4D97-AF65-F5344CB8AC3E}">
        <p14:creationId xmlns:p14="http://schemas.microsoft.com/office/powerpoint/2010/main" val="90046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9302" y="-201939"/>
            <a:ext cx="2107019" cy="1325563"/>
          </a:xfrm>
        </p:spPr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Карты</a:t>
            </a:r>
            <a:endParaRPr lang="ru-RU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177" y="291347"/>
            <a:ext cx="6646032" cy="373839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316" y="4455731"/>
            <a:ext cx="3779630" cy="223182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351" y="1123624"/>
            <a:ext cx="3699567" cy="322456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690" y="4348186"/>
            <a:ext cx="3398046" cy="2278868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4319152" y="106770"/>
            <a:ext cx="9657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1100" dirty="0" err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мапборд</a:t>
            </a:r>
            <a:endParaRPr lang="ru-RU" sz="1100" dirty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115040" y="823126"/>
            <a:ext cx="120411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квартира 96</a:t>
            </a:r>
            <a:endParaRPr lang="ru-RU" sz="1100" dirty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5666130" y="4217381"/>
            <a:ext cx="9657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дом 1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9613605" y="4111930"/>
            <a:ext cx="9657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дом 3</a:t>
            </a:r>
          </a:p>
        </p:txBody>
      </p:sp>
    </p:spTree>
    <p:extLst>
      <p:ext uri="{BB962C8B-B14F-4D97-AF65-F5344CB8AC3E}">
        <p14:creationId xmlns:p14="http://schemas.microsoft.com/office/powerpoint/2010/main" val="38501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08041" y="99312"/>
            <a:ext cx="3085215" cy="687497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Предметы</a:t>
            </a:r>
            <a:endParaRPr lang="ru-RU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99" y="322597"/>
            <a:ext cx="5210608" cy="293096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85" y="3604438"/>
            <a:ext cx="5272236" cy="292395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498915" y="60987"/>
            <a:ext cx="9657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1100" dirty="0" err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маркет</a:t>
            </a:r>
            <a:endParaRPr lang="ru-RU" sz="1100" dirty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498915" y="3342828"/>
            <a:ext cx="9657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1100" dirty="0" err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тулборд</a:t>
            </a:r>
            <a:endParaRPr lang="ru-RU" sz="1100" dirty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0281684" y="2119452"/>
            <a:ext cx="173310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1100" dirty="0" err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эмп</a:t>
            </a:r>
            <a:r>
              <a:rPr lang="en-US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ru-RU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радиоприемник</a:t>
            </a:r>
            <a:endParaRPr lang="ru-RU" sz="1100" dirty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862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9106785" y="88680"/>
            <a:ext cx="3085215" cy="6874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Сложности</a:t>
            </a:r>
            <a:endParaRPr lang="ru-RU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641" y="871867"/>
            <a:ext cx="9579935" cy="538871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254641" y="562412"/>
            <a:ext cx="96579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ru-RU" sz="1100" dirty="0" err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мейнборд</a:t>
            </a:r>
            <a:endParaRPr lang="ru-RU" sz="1100" dirty="0" smtClean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58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Игрок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Классы игрока, частицы, звук, связка между сценами, профилями и </a:t>
            </a:r>
            <a:r>
              <a:rPr lang="ru-RU" dirty="0" err="1" smtClean="0"/>
              <a:t>тд</a:t>
            </a:r>
            <a:endParaRPr lang="ru-RU" dirty="0"/>
          </a:p>
          <a:p>
            <a:r>
              <a:rPr lang="ru-RU" dirty="0" err="1" smtClean="0"/>
              <a:t>Скрин</a:t>
            </a:r>
            <a:r>
              <a:rPr lang="ru-RU" dirty="0" smtClean="0"/>
              <a:t> спрайта и хождения игрока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399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Призрак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Логика призрака, спрайт, класс</a:t>
            </a:r>
          </a:p>
          <a:p>
            <a:r>
              <a:rPr lang="ru-RU" dirty="0" smtClean="0"/>
              <a:t>Видео</a:t>
            </a:r>
            <a:r>
              <a:rPr lang="en-US" dirty="0" smtClean="0"/>
              <a:t>/</a:t>
            </a:r>
            <a:r>
              <a:rPr lang="ru-RU" dirty="0" smtClean="0"/>
              <a:t>гиф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507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Окончание игры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Окно вывода результатов</a:t>
            </a:r>
          </a:p>
          <a:p>
            <a:r>
              <a:rPr lang="ru-RU" dirty="0" err="1" smtClean="0"/>
              <a:t>Скрин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4848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Технологии </a:t>
            </a:r>
            <a:r>
              <a:rPr lang="en-US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Arcade 3.3.3</a:t>
            </a:r>
            <a:endParaRPr lang="ru-RU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81456" y="2179788"/>
            <a:ext cx="104723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Спрайты – игрок, призрак, предметы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838199" y="2675989"/>
            <a:ext cx="105155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Collide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взаимодействия. 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38200" y="3168098"/>
            <a:ext cx="105155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Камеры – определение экрана, тряска, слежка за игроком.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38200" y="3660207"/>
            <a:ext cx="105155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Частицы – шаги.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881456" y="4644425"/>
            <a:ext cx="104723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Звук – атмосфера, гост-</a:t>
            </a:r>
            <a:r>
              <a:rPr lang="ru-RU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ивенты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призрак, шаги и </a:t>
            </a:r>
            <a:r>
              <a:rPr lang="ru-RU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тд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81457" y="5136534"/>
            <a:ext cx="104723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Физический движок – границы карт, столкновения со стенами.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838200" y="4152316"/>
            <a:ext cx="105155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UIManager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кнопки, текстовые поля, текст, блокнот, </a:t>
            </a:r>
            <a:r>
              <a:rPr lang="ru-RU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кастомные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виджеты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881456" y="1685351"/>
            <a:ext cx="89536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Примитивы – рамки, кнопки.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881455" y="5628643"/>
            <a:ext cx="104723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Batch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кнопки, текст.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73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Прочие технологии</a:t>
            </a:r>
            <a:endParaRPr lang="ru-RU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53139" y="2593792"/>
            <a:ext cx="47763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PyAudio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захват микрофона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53139" y="3173211"/>
            <a:ext cx="51165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NumPy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работа с микрофоном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753139" y="3752630"/>
            <a:ext cx="5913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AutoPyToExe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создание исполняемого файла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53139" y="2008670"/>
            <a:ext cx="52436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Bcrypt</a:t>
            </a:r>
            <a:r>
              <a:rPr lang="en-US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хеширование паролей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05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Будущее </a:t>
            </a:r>
            <a:r>
              <a:rPr lang="en-US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Parafect</a:t>
            </a:r>
            <a:endParaRPr lang="ru-RU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59796" y="1872734"/>
            <a:ext cx="25346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Нововведения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dirty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903935" y="1872734"/>
            <a:ext cx="19816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Изменения</a:t>
            </a:r>
            <a:r>
              <a:rPr lang="en-US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ru-RU" dirty="0">
              <a:solidFill>
                <a:schemeClr val="accent4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939344" y="3080009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Новые призраки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939345" y="2529406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Новые карты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939344" y="3630612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Новые предметы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939344" y="4181215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Новые улики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939343" y="4731818"/>
            <a:ext cx="17011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Мультиплеер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939342" y="5287758"/>
            <a:ext cx="1976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Голосовой чат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6616629" y="2529406"/>
            <a:ext cx="23903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Изменение шансов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6616629" y="3080009"/>
            <a:ext cx="3355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Изменение коэффициентов</a:t>
            </a:r>
            <a:endParaRPr lang="ru-RU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06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273</Words>
  <Application>Microsoft Office PowerPoint</Application>
  <PresentationFormat>Широкоэкранный</PresentationFormat>
  <Paragraphs>72</Paragraphs>
  <Slides>14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Тема Office</vt:lpstr>
      <vt:lpstr>Презентация PowerPoint</vt:lpstr>
      <vt:lpstr>Презентация PowerPoint</vt:lpstr>
      <vt:lpstr>О проекте</vt:lpstr>
      <vt:lpstr>Система аккаунтов</vt:lpstr>
      <vt:lpstr>Геймплей</vt:lpstr>
      <vt:lpstr>Карты</vt:lpstr>
      <vt:lpstr>Предметы</vt:lpstr>
      <vt:lpstr>Презентация PowerPoint</vt:lpstr>
      <vt:lpstr>Игрок</vt:lpstr>
      <vt:lpstr>Призрак</vt:lpstr>
      <vt:lpstr>Окончание игры</vt:lpstr>
      <vt:lpstr>Технологии Arcade 3.3.3</vt:lpstr>
      <vt:lpstr>Прочие технологии</vt:lpstr>
      <vt:lpstr>Будущее Parafect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Parafect</dc:title>
  <dc:creator>Admin</dc:creator>
  <cp:lastModifiedBy>Admin</cp:lastModifiedBy>
  <cp:revision>29</cp:revision>
  <dcterms:created xsi:type="dcterms:W3CDTF">2026-01-22T18:40:34Z</dcterms:created>
  <dcterms:modified xsi:type="dcterms:W3CDTF">2026-01-25T21:32:56Z</dcterms:modified>
</cp:coreProperties>
</file>