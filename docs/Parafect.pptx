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63" r:id="rId6"/>
    <p:sldId id="262" r:id="rId7"/>
    <p:sldId id="264" r:id="rId8"/>
    <p:sldId id="265" r:id="rId9"/>
    <p:sldId id="266" r:id="rId10"/>
    <p:sldId id="268" r:id="rId11"/>
    <p:sldId id="267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2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389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836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7956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719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7872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7194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4487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5994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7434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4900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3028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94137-87CB-4E21-8F9A-55A1CA4F20FA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6A60A-DD61-44B3-8BB3-91727AA64E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86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Parafect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9449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 проекте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22159"/>
          </a:xfrm>
        </p:spPr>
        <p:txBody>
          <a:bodyPr/>
          <a:lstStyle/>
          <a:p>
            <a:r>
              <a:rPr lang="en-US" dirty="0" err="1" smtClean="0"/>
              <a:t>Parafect</a:t>
            </a:r>
            <a:r>
              <a:rPr lang="en-US" dirty="0" smtClean="0"/>
              <a:t> –</a:t>
            </a:r>
            <a:r>
              <a:rPr lang="ru-RU" dirty="0" smtClean="0"/>
              <a:t> 2</a:t>
            </a:r>
            <a:r>
              <a:rPr lang="en-US" dirty="0" smtClean="0"/>
              <a:t>D</a:t>
            </a:r>
            <a:r>
              <a:rPr lang="ru-RU" dirty="0" smtClean="0"/>
              <a:t> игра по мотивам </a:t>
            </a:r>
            <a:r>
              <a:rPr lang="en-US" dirty="0" err="1" smtClean="0"/>
              <a:t>Phasmophobia</a:t>
            </a:r>
            <a:r>
              <a:rPr lang="ru-RU" dirty="0" smtClean="0"/>
              <a:t>.</a:t>
            </a:r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75503" y="2487827"/>
            <a:ext cx="62790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Задачи проекта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75502" y="3087815"/>
            <a:ext cx="795775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Схожесть с </a:t>
            </a:r>
            <a:r>
              <a:rPr lang="en-US" dirty="0" err="1" smtClean="0"/>
              <a:t>Phasmohobia</a:t>
            </a:r>
            <a:endParaRPr lang="en-US" dirty="0" smtClean="0"/>
          </a:p>
          <a:p>
            <a:r>
              <a:rPr lang="ru-RU" dirty="0" smtClean="0"/>
              <a:t>Сложность</a:t>
            </a:r>
          </a:p>
          <a:p>
            <a:r>
              <a:rPr lang="ru-RU" dirty="0" err="1" smtClean="0"/>
              <a:t>Атмосферность</a:t>
            </a:r>
            <a:endParaRPr lang="ru-RU" dirty="0" smtClean="0"/>
          </a:p>
          <a:p>
            <a:endParaRPr lang="ru-RU" dirty="0"/>
          </a:p>
          <a:p>
            <a:r>
              <a:rPr lang="ru-RU" dirty="0" smtClean="0"/>
              <a:t>Модульность</a:t>
            </a:r>
          </a:p>
          <a:p>
            <a:r>
              <a:rPr lang="ru-RU" dirty="0" smtClean="0"/>
              <a:t>Удобная архитектура файлов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1390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аккаунтов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 smtClean="0"/>
              <a:t>Скрин</a:t>
            </a:r>
            <a:r>
              <a:rPr lang="ru-RU" dirty="0" smtClean="0"/>
              <a:t> БД</a:t>
            </a:r>
          </a:p>
          <a:p>
            <a:r>
              <a:rPr lang="ru-RU" dirty="0" err="1" smtClean="0"/>
              <a:t>Скрин</a:t>
            </a:r>
            <a:r>
              <a:rPr lang="ru-RU" dirty="0" smtClean="0"/>
              <a:t> классов менеджеров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353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Геймплей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Выбрать карту, сложность</a:t>
            </a:r>
          </a:p>
          <a:p>
            <a:r>
              <a:rPr lang="ru-RU" dirty="0" smtClean="0"/>
              <a:t>Взять набор предметов для исследования</a:t>
            </a:r>
          </a:p>
          <a:p>
            <a:r>
              <a:rPr lang="ru-RU" dirty="0" smtClean="0"/>
              <a:t>Начать исследование</a:t>
            </a:r>
          </a:p>
          <a:p>
            <a:r>
              <a:rPr lang="ru-RU" dirty="0" smtClean="0"/>
              <a:t>Найти улики</a:t>
            </a:r>
          </a:p>
          <a:p>
            <a:r>
              <a:rPr lang="ru-RU" dirty="0" smtClean="0"/>
              <a:t>Пережить охоту(как получится)</a:t>
            </a:r>
          </a:p>
          <a:p>
            <a:r>
              <a:rPr lang="ru-RU" dirty="0" smtClean="0"/>
              <a:t>Определить призрака</a:t>
            </a:r>
          </a:p>
          <a:p>
            <a:r>
              <a:rPr lang="ru-RU" dirty="0" smtClean="0"/>
              <a:t>Уехать</a:t>
            </a:r>
          </a:p>
          <a:p>
            <a:r>
              <a:rPr lang="ru-RU" dirty="0" smtClean="0"/>
              <a:t>+ Видео из игры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0462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Начало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 smtClean="0"/>
              <a:t>Скрин</a:t>
            </a:r>
            <a:r>
              <a:rPr lang="ru-RU" dirty="0" smtClean="0"/>
              <a:t> начального экрана</a:t>
            </a:r>
          </a:p>
          <a:p>
            <a:r>
              <a:rPr lang="ru-RU" dirty="0" smtClean="0"/>
              <a:t>Рассказ о нем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0771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Карты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 smtClean="0"/>
              <a:t>Скрины</a:t>
            </a:r>
            <a:r>
              <a:rPr lang="ru-RU" dirty="0" smtClean="0"/>
              <a:t> карт из </a:t>
            </a:r>
            <a:r>
              <a:rPr lang="en-US" dirty="0" smtClean="0"/>
              <a:t>Tiled</a:t>
            </a:r>
            <a:endParaRPr lang="ru-RU" dirty="0" smtClean="0"/>
          </a:p>
          <a:p>
            <a:r>
              <a:rPr lang="ru-RU" dirty="0" smtClean="0"/>
              <a:t>Рассказ отличий карт, о картах, как они </a:t>
            </a:r>
            <a:r>
              <a:rPr lang="ru-RU" dirty="0" err="1" smtClean="0"/>
              <a:t>создавалоись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018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Предметы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Рассказ об интересных предметах, вкратце </a:t>
            </a:r>
            <a:r>
              <a:rPr lang="ru-RU" dirty="0" err="1" smtClean="0"/>
              <a:t>пробежатсья</a:t>
            </a:r>
            <a:r>
              <a:rPr lang="ru-RU" dirty="0" smtClean="0"/>
              <a:t> по другим</a:t>
            </a:r>
          </a:p>
          <a:p>
            <a:r>
              <a:rPr lang="ru-RU" dirty="0" smtClean="0"/>
              <a:t>Видео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5862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Сложности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Рассказ о сложностях, их отличия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589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Игрок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Классы игрока, частицы, звук, связка между сценами, профилями и </a:t>
            </a:r>
            <a:r>
              <a:rPr lang="ru-RU" dirty="0" err="1" smtClean="0"/>
              <a:t>тд</a:t>
            </a:r>
            <a:endParaRPr lang="ru-RU" dirty="0"/>
          </a:p>
          <a:p>
            <a:r>
              <a:rPr lang="ru-RU" dirty="0" err="1" smtClean="0"/>
              <a:t>Скрин</a:t>
            </a:r>
            <a:r>
              <a:rPr lang="ru-RU" dirty="0" smtClean="0"/>
              <a:t> спрайта и хождения игрока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3999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Призрак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Логика призрака, спрайт, класс</a:t>
            </a:r>
          </a:p>
          <a:p>
            <a:r>
              <a:rPr lang="ru-RU" dirty="0" smtClean="0"/>
              <a:t>Видео</a:t>
            </a:r>
            <a:r>
              <a:rPr lang="en-US" dirty="0" smtClean="0"/>
              <a:t>/</a:t>
            </a:r>
            <a:r>
              <a:rPr lang="ru-RU" dirty="0" smtClean="0"/>
              <a:t>гиф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3507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Окончание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Окно вывода результатов</a:t>
            </a:r>
          </a:p>
          <a:p>
            <a:r>
              <a:rPr lang="ru-RU" dirty="0" err="1" smtClean="0"/>
              <a:t>Скрин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4848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Технологии из </a:t>
            </a:r>
            <a:r>
              <a:rPr lang="en-US" dirty="0" smtClean="0"/>
              <a:t>Arcade 3.3.3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Пройтись по </a:t>
            </a:r>
            <a:r>
              <a:rPr lang="ru-RU" dirty="0" err="1" smtClean="0"/>
              <a:t>таблтце</a:t>
            </a:r>
            <a:r>
              <a:rPr lang="ru-RU" dirty="0" smtClean="0"/>
              <a:t>, </a:t>
            </a:r>
            <a:r>
              <a:rPr lang="ru-RU" dirty="0" err="1" smtClean="0"/>
              <a:t>расскзаать</a:t>
            </a:r>
            <a:r>
              <a:rPr lang="ru-RU" dirty="0" smtClean="0"/>
              <a:t> о каждой ячейке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8730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Прочие технологии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Пройтись по модулям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0057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Будущее </a:t>
            </a:r>
            <a:r>
              <a:rPr lang="en-US" dirty="0" err="1" smtClean="0"/>
              <a:t>Parafect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Новые карты, предметы, призраки</a:t>
            </a:r>
          </a:p>
          <a:p>
            <a:r>
              <a:rPr lang="ru-RU" dirty="0" err="1" smtClean="0"/>
              <a:t>Мультиплеер</a:t>
            </a:r>
            <a:r>
              <a:rPr lang="ru-RU" dirty="0" smtClean="0"/>
              <a:t>, голосовой чат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5064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161</Words>
  <Application>Microsoft Office PowerPoint</Application>
  <PresentationFormat>Широкоэкранный</PresentationFormat>
  <Paragraphs>49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Тема Office</vt:lpstr>
      <vt:lpstr>Parafect</vt:lpstr>
      <vt:lpstr>О проекте</vt:lpstr>
      <vt:lpstr>Система аккаунтов</vt:lpstr>
      <vt:lpstr>Геймплей</vt:lpstr>
      <vt:lpstr>Начало игры</vt:lpstr>
      <vt:lpstr>Карты</vt:lpstr>
      <vt:lpstr>Предметы</vt:lpstr>
      <vt:lpstr>Сложности</vt:lpstr>
      <vt:lpstr>Игрок</vt:lpstr>
      <vt:lpstr>Призрак</vt:lpstr>
      <vt:lpstr>Окончание игры</vt:lpstr>
      <vt:lpstr>Технологии из Arcade 3.3.3</vt:lpstr>
      <vt:lpstr>Прочие технологии</vt:lpstr>
      <vt:lpstr>Будущее Parafect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Parafect</dc:title>
  <dc:creator>Admin</dc:creator>
  <cp:lastModifiedBy>Admin</cp:lastModifiedBy>
  <cp:revision>7</cp:revision>
  <dcterms:created xsi:type="dcterms:W3CDTF">2026-01-22T18:40:34Z</dcterms:created>
  <dcterms:modified xsi:type="dcterms:W3CDTF">2026-01-22T19:33:52Z</dcterms:modified>
</cp:coreProperties>
</file>